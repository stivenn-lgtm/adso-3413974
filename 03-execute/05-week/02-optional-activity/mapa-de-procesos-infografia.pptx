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4480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es, cómo funciona y para qué sirve?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0" y="155448"/>
            <a:ext cx="173736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554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Organizacional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886968"/>
            <a:ext cx="2743200" cy="13898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86968"/>
            <a:ext cx="274320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869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225296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gráfica de todos los procesos de una organización y cómo se relacionan entre sí. Muestra qué se hace, en qué orden y quién es responsable.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414016"/>
            <a:ext cx="274320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414016"/>
            <a:ext cx="274320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1401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MAPA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277977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0: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sin detalles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301752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con símbolos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" y="32552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Swimlane: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Carriles por responsable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3657600"/>
            <a:ext cx="274320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657600"/>
            <a:ext cx="2743200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576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ELABORA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" y="40416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procesos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17880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1788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5488" y="417880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Clasificarlos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31596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159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5488" y="431596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entradas y salidas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45312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45312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5488" y="445312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interacciones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59028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902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" y="459028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mapa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727448"/>
            <a:ext cx="155448" cy="1554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2744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5488" y="4727448"/>
            <a:ext cx="2331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actualizar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08960" y="886968"/>
            <a:ext cx="2926080" cy="3959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886968"/>
            <a:ext cx="292608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8869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PROCESO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1353312"/>
            <a:ext cx="256032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91840" y="158191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· Recursos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1773936"/>
            <a:ext cx="0" cy="17373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62272" y="185623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1993392"/>
            <a:ext cx="25603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19933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91840" y="222199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· Planificación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2414016"/>
            <a:ext cx="0" cy="17373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62272" y="2496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91840" y="2633472"/>
            <a:ext cx="256032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91840" y="286207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· Ventas · Diseño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3054096"/>
            <a:ext cx="0" cy="17373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62272" y="313639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91840" y="3273552"/>
            <a:ext cx="256032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SOPORTE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91840" y="350215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· Finanzas · Tecnología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0" y="3694176"/>
            <a:ext cx="0" cy="173736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62272" y="3776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91840" y="3913632"/>
            <a:ext cx="2560320" cy="42062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0" y="3913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1840" y="414223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· Servicio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17920" y="886968"/>
            <a:ext cx="2743200" cy="3959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886968"/>
            <a:ext cx="274320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8869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91072" y="1316736"/>
            <a:ext cx="3657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1072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711696" y="1325880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global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11696" y="15179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cómo funciona toda la organización de un vistazo.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91072" y="1883664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91072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711696" y="1892808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fallas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711696" y="2084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cuellos de botella y actividades sin valor.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291072" y="2450592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711696" y="2459736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de roles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711696" y="26517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quién hace qué, evitando tareas sin responsable.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91072" y="3017520"/>
            <a:ext cx="36576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9107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711696" y="3026664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711696" y="3218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lenguaje común entre todas las áreas.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291072" y="3584448"/>
            <a:ext cx="3657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91072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711696" y="3593592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711696" y="3785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optimizar, rediseñar o automatizar procesos.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291072" y="4151376"/>
            <a:ext cx="3657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91072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711696" y="4160520"/>
            <a:ext cx="2148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claras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711696" y="43525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ordenada para respaldar decisiones estratégicas.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procesos es una herramienta viva — debe revisarse y actualizarse cada vez que la organización cambia o mejora.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de Procesos</dc:title>
  <dc:subject>PptxGenJS Presentation</dc:subject>
  <dc:creator>PptxGenJS</dc:creator>
  <cp:lastModifiedBy>PptxGenJS</cp:lastModifiedBy>
  <cp:revision>1</cp:revision>
  <dcterms:created xsi:type="dcterms:W3CDTF">2026-03-21T14:54:11Z</dcterms:created>
  <dcterms:modified xsi:type="dcterms:W3CDTF">2026-03-21T14:54:11Z</dcterms:modified>
</cp:coreProperties>
</file>