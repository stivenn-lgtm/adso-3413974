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5BFDB"/>
          </a:solidFill>
          <a:ln w="12700">
            <a:solidFill>
              <a:srgbClr val="05BF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109728"/>
          </a:xfrm>
          <a:prstGeom prst="rect">
            <a:avLst/>
          </a:prstGeom>
          <a:solidFill>
            <a:srgbClr val="05BFDB"/>
          </a:solidFill>
          <a:ln w="12700">
            <a:solidFill>
              <a:srgbClr val="05BFD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40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TIC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 la Información y la Comunicación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· Tipos · Dispositivos Móviles · Funcionamiento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— 1 hora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computador?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801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computador es una máquina electrónica que recibe información, la procesa y entrega un resultado. Lo usamos todos los días para estudiar, trabajar, comunicarnos y entretenernos.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743200"/>
            <a:ext cx="2560320" cy="1645920"/>
          </a:xfrm>
          <a:prstGeom prst="rect">
            <a:avLst/>
          </a:prstGeom>
          <a:solidFill>
            <a:srgbClr val="E8F9FD"/>
          </a:solidFill>
          <a:ln w="1905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le damos al computador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(texto, clic, voz...)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2743200"/>
            <a:ext cx="2560320" cy="1645920"/>
          </a:xfrm>
          <a:prstGeom prst="rect">
            <a:avLst/>
          </a:prstGeom>
          <a:solidFill>
            <a:srgbClr val="E8F9FD"/>
          </a:solidFill>
          <a:ln w="1905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computador piensa y calcula para darte una respuesta.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2743200"/>
            <a:ext cx="2560320" cy="1645920"/>
          </a:xfrm>
          <a:prstGeom prst="rect">
            <a:avLst/>
          </a:prstGeom>
          <a:solidFill>
            <a:srgbClr val="E8F9FD"/>
          </a:solidFill>
          <a:ln w="1905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3154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que vemos o escuchamos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(pantalla, sonido...)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71800" y="3566160"/>
            <a:ext cx="228600" cy="0"/>
          </a:xfrm>
          <a:prstGeom prst="line">
            <a:avLst/>
          </a:prstGeom>
          <a:noFill/>
          <a:ln w="25400">
            <a:solidFill>
              <a:srgbClr val="08839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3566160"/>
            <a:ext cx="228600" cy="0"/>
          </a:xfrm>
          <a:prstGeom prst="line">
            <a:avLst/>
          </a:prstGeom>
          <a:noFill/>
          <a:ln w="25400">
            <a:solidFill>
              <a:srgbClr val="08839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internas del computador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componentes que están adentro del computador y hacen que todo funcione: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7160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(CPU)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'cerebro' del computador. Realiza todos los cálculos y toma decisiones.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691640"/>
            <a:ext cx="4114800" cy="137160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659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RAM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23560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temporalmente lo que estás usando ahora mismo. Más RAM = más velocidad.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4114800" cy="137160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Duro / SSD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toda la información de forma permanente: fotos, documentos, programas.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846320" y="3246120"/>
            <a:ext cx="4114800" cy="137160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Madre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623560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todas las piezas entre sí. Es como el esqueleto del computador.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externas del computador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piezas que podemos ver y tocar: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06040" cy="141732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203911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que muestra la imagen y la información.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141732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74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77640" y="203911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escribir texto y dar instrucciones.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72200" y="1600200"/>
            <a:ext cx="2606040" cy="141732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45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691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903720" y="203911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cursor y selecciona elementos en pantalla.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3337560"/>
            <a:ext cx="2606040" cy="141732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118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USB / Cable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377647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 dispositivos externos como memorias y audífonos.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46120" y="3337560"/>
            <a:ext cx="2606040" cy="1417320"/>
          </a:xfrm>
          <a:prstGeom prst="rect">
            <a:avLst/>
          </a:prstGeom>
          <a:solidFill>
            <a:srgbClr val="E8F9FD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61188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poder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977640" y="3776472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Suministra electricidad a todos los componentes.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computadores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 escritorio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coloca sobre un escritorio. Tiene torre, monitor, teclado y mouse separados. Es potente y fácil de actualizar. Se usa mucho en oficinas y hogares.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97480" cy="3566160"/>
          </a:xfrm>
          <a:prstGeom prst="rect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325880"/>
            <a:ext cx="1051560" cy="1051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(portátil)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8328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uno: pantalla, teclado y batería integrados. Se puede llevar a cualquier lugar. Ideal para estudiantes y personas que trabajan en movimiento.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1143000"/>
            <a:ext cx="2697480" cy="3566160"/>
          </a:xfrm>
          <a:prstGeom prst="rect">
            <a:avLst/>
          </a:prstGeom>
          <a:solidFill>
            <a:srgbClr val="1A4870"/>
          </a:solidFill>
          <a:ln w="12700">
            <a:solidFill>
              <a:srgbClr val="1A487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25880"/>
            <a:ext cx="1051560" cy="10515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514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muy potente que guarda y distribuye información para muchos usuarios al mismo tiempo. Lo usan empresas, bancos y sitios web grandes.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móviles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equipos pequeños que llevamos con nosotros. También hacen parte de las TIC: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114800" cy="3108960"/>
          </a:xfrm>
          <a:prstGeom prst="rect">
            <a:avLst/>
          </a:prstGeom>
          <a:solidFill>
            <a:srgbClr val="E8F9FD"/>
          </a:solidFill>
          <a:ln w="19050">
            <a:solidFill>
              <a:srgbClr val="08839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(Smartphone)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en el bolsillo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envía mensajes y se conecta a internet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cámara, GPS y cientos de aplicaciones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dispositivo más usado en el mundo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4114800" cy="3108960"/>
          </a:xfrm>
          <a:prstGeom prst="rect">
            <a:avLst/>
          </a:prstGeom>
          <a:solidFill>
            <a:srgbClr val="E8F9FD"/>
          </a:solidFill>
          <a:ln w="19050">
            <a:solidFill>
              <a:srgbClr val="08839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5216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27889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más grande que el celular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leer, ver videos y estudiar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Táctil: se maneja con los dedos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cómoda que el celular para trabajar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4D68"/>
          </a:solidFill>
          <a:ln w="12700">
            <a:solidFill>
              <a:srgbClr val="0A4D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un computador?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funcionamiento básico sigue siempre 4 pasos: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48640" cy="548640"/>
          </a:xfrm>
          <a:prstGeom prst="ellipse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7589520" cy="685800"/>
          </a:xfrm>
          <a:prstGeom prst="rect">
            <a:avLst/>
          </a:prstGeom>
          <a:solidFill>
            <a:srgbClr val="E8F9FD"/>
          </a:solidFill>
          <a:ln w="10160">
            <a:solidFill>
              <a:srgbClr val="0883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Encendido: 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171907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encender, el computador carga el sistema operativo (Windows, macOS, Linux) que lo hace funcionar.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548640" cy="548640"/>
          </a:xfrm>
          <a:prstGeom prst="ellipse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2487168"/>
            <a:ext cx="7589520" cy="685800"/>
          </a:xfrm>
          <a:prstGeom prst="rect">
            <a:avLst/>
          </a:prstGeom>
          <a:solidFill>
            <a:srgbClr val="F0FAFD"/>
          </a:solidFill>
          <a:ln w="10160">
            <a:solidFill>
              <a:srgbClr val="0883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datos: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escribe, hace clic o habla. Esa acción entra al computador a través de los periféricos de entrada.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548640" cy="548640"/>
          </a:xfrm>
          <a:prstGeom prst="ellipse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67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3328416"/>
            <a:ext cx="7589520" cy="685800"/>
          </a:xfrm>
          <a:prstGeom prst="rect">
            <a:avLst/>
          </a:prstGeom>
          <a:solidFill>
            <a:srgbClr val="E8F9FD"/>
          </a:solidFill>
          <a:ln w="10160">
            <a:solidFill>
              <a:srgbClr val="0883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4015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Procesamiento: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51760" y="34015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procesador (CPU) recibe la información, la analiza y calcula la respuesta correcta en fracciones de segundo.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548640" cy="548640"/>
          </a:xfrm>
          <a:prstGeom prst="ellipse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879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4169664"/>
            <a:ext cx="7589520" cy="685800"/>
          </a:xfrm>
          <a:prstGeom prst="rect">
            <a:avLst/>
          </a:prstGeom>
          <a:solidFill>
            <a:srgbClr val="F0FAFD"/>
          </a:solidFill>
          <a:ln w="10160">
            <a:solidFill>
              <a:srgbClr val="0883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2428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resultados: 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51760" y="424281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aparece en la pantalla, sale por los parlantes o se guarda en el disco duro.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8395"/>
          </a:solidFill>
          <a:ln w="12700">
            <a:solidFill>
              <a:srgbClr val="0883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5BFDB"/>
          </a:solidFill>
          <a:ln w="12700">
            <a:solidFill>
              <a:srgbClr val="05BF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5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hoy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computador recibe, procesa y entrega información.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partes internas (CPU, RAM, disco duro) y externas (monitor, teclado, mouse).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distintos tipos: PC de escritorio, laptop y servidor.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dispositivos móviles (celular y tablet) también son equipos TIC.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equipo sigue 4 pasos: encendido, entrada, procesamiento y salida.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 — Grupo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Equipos TIC - Grupo 2</dc:title>
  <dc:subject>PptxGenJS Presentation</dc:subject>
  <dc:creator>PptxGenJS</dc:creator>
  <cp:lastModifiedBy>PptxGenJS</cp:lastModifiedBy>
  <cp:revision>1</cp:revision>
  <dcterms:created xsi:type="dcterms:W3CDTF">2026-05-05T23:44:09Z</dcterms:created>
  <dcterms:modified xsi:type="dcterms:W3CDTF">2026-05-05T23:44:09Z</dcterms:modified>
</cp:coreProperties>
</file>